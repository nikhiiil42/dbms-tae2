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510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94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TAE-2 LIVE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47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 Automotive Dealership &amp;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Drive Management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3566160" cy="960120"/>
          </a:xfrm>
          <a:prstGeom prst="rect">
            <a:avLst/>
          </a:prstGeom>
          <a:solidFill>
            <a:srgbClr val="151C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67004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Automotive Dealership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2331720"/>
            <a:ext cx="3566160" cy="960120"/>
          </a:xfrm>
          <a:prstGeom prst="rect">
            <a:avLst/>
          </a:prstGeom>
          <a:solidFill>
            <a:srgbClr val="151C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6227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462272" y="267004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2331720"/>
            <a:ext cx="3566160" cy="960120"/>
          </a:xfrm>
          <a:prstGeom prst="rect">
            <a:avLst/>
          </a:prstGeom>
          <a:solidFill>
            <a:srgbClr val="151C4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02752" y="240487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67004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 of customers, VIP memberships, showrooms, vehicles, test drives and feedback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1247120" cy="2788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06240"/>
            <a:ext cx="5257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dealerships handle customer data, VIP memberships, vehicle inventory, test drive bookings and feedback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handling causes data redundancy, scheduling conflicts and inconsistent records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relational database is required for consistent data management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8404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206240"/>
            <a:ext cx="5257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dealership information in a structured relational database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customer and VIP membership information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showroom, vehicle, and test drive booking data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data integrity via constraints and relationships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query performance using indexes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002975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02975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1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454A64-0445-80B8-8605-ED8FA15AA645}"/>
              </a:ext>
            </a:extLst>
          </p:cNvPr>
          <p:cNvSpPr/>
          <p:nvPr/>
        </p:nvSpPr>
        <p:spPr>
          <a:xfrm>
            <a:off x="9053810" y="311770"/>
            <a:ext cx="2485918" cy="13258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92397E-ED5B-C5D1-A010-76E0FE1ECF60}"/>
              </a:ext>
            </a:extLst>
          </p:cNvPr>
          <p:cNvSpPr txBox="1"/>
          <p:nvPr/>
        </p:nvSpPr>
        <p:spPr>
          <a:xfrm>
            <a:off x="9053810" y="311770"/>
            <a:ext cx="23551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Mali </a:t>
            </a:r>
          </a:p>
          <a:p>
            <a:r>
              <a:rPr lang="en-US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P28</a:t>
            </a:r>
          </a:p>
          <a:p>
            <a:r>
              <a:rPr lang="en-US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TAE2</a:t>
            </a:r>
          </a:p>
          <a:p>
            <a:r>
              <a:rPr lang="en-US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TY(DATA SCIENCE)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&amp; Relational Schema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02975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688336" cy="13716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2618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5216" y="155448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CustomerID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792224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FullName   ·   Email   ·   City   ·   Profession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0128" y="1170432"/>
            <a:ext cx="2688336" cy="13716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38144" y="12618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VIPMembership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38144" y="155448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MembershipID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38144" y="1792224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(FK)   ·   TierLevel   ·   Status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1170432"/>
            <a:ext cx="2688336" cy="13716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91072" y="12618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55448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ShowroomID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1792224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LocationName   ·   ManagerID (FK)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15984" y="1170432"/>
            <a:ext cx="2688336" cy="13716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12618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155448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ManagerID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792224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ManagerName   ·   Email   ·   Phone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688336"/>
            <a:ext cx="2688336" cy="13716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" y="277977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" y="307238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VehicleID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85216" y="331012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ShowroomID (FK)   ·   Brand   ·   Model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0128" y="2688336"/>
            <a:ext cx="2688336" cy="13716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38144" y="277977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TestDrive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38144" y="307238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BookingID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438144" y="331012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(FK)   ·   VehicleID (FK)   ·   Status   ·   DriveStatus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63056" y="2688336"/>
            <a:ext cx="2688336" cy="13716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1072" y="277977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291072" y="3072384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FeedbackID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291072" y="3310128"/>
            <a:ext cx="2432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(FK)   ·   VehicleID (FK)   ·   Rating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31596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66344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-&gt; VIPMembership,  Customer -&gt; TestDrive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-&gt; TestDrive,  Showroom -&gt; Vehicle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-&gt; Showroom,  Customer + Vehicle -&gt; Feedback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4315968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466344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follows normalization principles to reduce redundancy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uniquely identify each record</a:t>
            </a:r>
            <a:endParaRPr lang="en-US" sz="12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maintain relationships between tables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Implementation &amp; Data Population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02975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Database name: </a:t>
            </a:r>
            <a:r>
              <a:rPr lang="en-US" sz="13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luxury_auto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IMPLEMENTATION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5440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all 7 relational tables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 for unique identification; foreign keys for relationships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constraints applied where required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used for fields such as Email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used for valid values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maintained via foreign key actions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600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POPULATION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965960"/>
            <a:ext cx="5440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records generated for each of the 7 core tables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1050 records in total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represents realistic dealership scenarios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showroom, vehicle, test drive and feedback data are interconnected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37947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4160520"/>
            <a:ext cx="5440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ratings restricted; vehicle prices must be positive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membership dates validated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 status values restricted to valid options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prevent invalid relationships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was instantiated first and then populated with realistic, interconnected data.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Operations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02975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14928" cy="214884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316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700784"/>
            <a:ext cx="332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INNER JOIN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240280"/>
            <a:ext cx="332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Customer, TestDrive, Vehicle and Showroom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complete test drive details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3296" y="1188720"/>
            <a:ext cx="3614928" cy="214884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19600" y="1316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419600" y="1700784"/>
            <a:ext cx="332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JOIN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19600" y="2240280"/>
            <a:ext cx="332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showroom/vehicle data even with no related bookings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entities with few or no related 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9392" y="1188720"/>
            <a:ext cx="3614928" cy="214884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35696" y="131673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35696" y="1700784"/>
            <a:ext cx="332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JOIN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35696" y="2240280"/>
            <a:ext cx="332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table joined with itself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customers from the same city, no duplicate pairs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38728"/>
            <a:ext cx="3614928" cy="214884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666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4050792"/>
            <a:ext cx="332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HAVING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4590288"/>
            <a:ext cx="332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data, e.g. total bookings per vehicle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filters grouped results by aggregate conditions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3296" y="3538728"/>
            <a:ext cx="3614928" cy="214884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9600" y="3666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419600" y="4050792"/>
            <a:ext cx="332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19600" y="4590288"/>
            <a:ext cx="332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customers who completed test drives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query depends on the current outer row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89392" y="3538728"/>
            <a:ext cx="3614928" cy="214884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35696" y="3666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235696" y="4050792"/>
            <a:ext cx="332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35696" y="4590288"/>
            <a:ext cx="332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used for booking counts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AVG() used for average feedback ratings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980176"/>
            <a:ext cx="112471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598017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queries show the database not only storing data but also supporting meaningful business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Programmability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02975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578352" cy="43434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212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2125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procedure to retrieve a customer's test drive bookings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CustomerID as input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customer, vehicle and booking information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repeated query writing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database-side processing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1584" y="1188720"/>
            <a:ext cx="3578352" cy="43434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74464" y="1371600"/>
            <a:ext cx="3212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74464" y="1783080"/>
            <a:ext cx="32125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INSERT trigger implemented on Feedback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a confirmed and completed test drive for that vehicle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allowed only when the rule is satisfied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invalid feedback records automatically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automatic business-rule enforcement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5968" y="1188720"/>
            <a:ext cx="3578352" cy="434340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8848" y="1371600"/>
            <a:ext cx="3212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08848" y="1755648"/>
            <a:ext cx="3212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 — Customer Test Drive Details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08848" y="2148840"/>
            <a:ext cx="3212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customer, vehicle, showroom and test drive data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Simplified, reusable view of test drive data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308848" y="3154680"/>
            <a:ext cx="3212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 — Vehicle Booking Summary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08848" y="3547872"/>
            <a:ext cx="3212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bookings per vehicle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feedback rating per vehicle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69671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handle reusable operations, triggers enforce business rules automatically, and views simplify complex data access.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&amp; Query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02975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INDEXING?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813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tables can make searching slower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help MySQL locate required records more efficiently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for frequently searched or filtered columns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IMPLEMENTED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5440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index on TestDrive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VehicleID index on TestDrive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BookingDate index on TestDrive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Model composite index on Vehicle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VehicleID index on Feedback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on CustomerID + Status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 on Status + BookingDate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3774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EXPLAIN ANALYZE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743200"/>
            <a:ext cx="5440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inspects the query execution plan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indexes MySQL can use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access type, possible keys, selected key and estimated rows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ANALYZE observes actual execution behaviour and timing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evaluate query execution more practically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5212080"/>
            <a:ext cx="11247120" cy="123444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212080"/>
            <a:ext cx="10789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Comparison:  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plans examined before and after indexing; composite indexes used for multi-column filters.
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relatively small, so timing differences are modest — the key demonstration is the change in execution plan and index utilization.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Summary &amp; 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002975" y="292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IMPLEMENTATION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5440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relational tables with ~1050 realistic records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Primary/foreign key relationships and integrity constraints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subqueries, grouping and aggregate functions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and trigger implemented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database views implemented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with EXPLAIN / EXPLAIN ANALYZE for performance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1430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RULES ENFORCED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508760"/>
            <a:ext cx="5440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has a unique identity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membership is linked to the customer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belong to showrooms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drives belong to a customer and vehicle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allowed only after a confirmed, completed test drive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ratings and statuses are enforced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11247120" cy="1280160"/>
          </a:xfrm>
          <a:prstGeom prst="rect">
            <a:avLst/>
          </a:prstGeom>
          <a:solidFill>
            <a:srgbClr val="EEF2FA"/>
          </a:solidFill>
          <a:ln w="12700">
            <a:solidFill>
              <a:srgbClr val="D6DC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279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59943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relational database for a luxury automotive dealership, supporting customer, VIP, showroom, vehicle, test drive and feedback management — with advanced SQL for analysis, procedures and triggers for automation, views for simplified access, and indexing for performance.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6692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969</Words>
  <Application>Microsoft Office PowerPoint</Application>
  <PresentationFormat>Widescreen</PresentationFormat>
  <Paragraphs>174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 MALI</cp:lastModifiedBy>
  <cp:revision>2</cp:revision>
  <dcterms:created xsi:type="dcterms:W3CDTF">2026-09-23T17:22:18Z</dcterms:created>
  <dcterms:modified xsi:type="dcterms:W3CDTF">2026-09-23T17:30:46Z</dcterms:modified>
</cp:coreProperties>
</file>